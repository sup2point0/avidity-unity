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1"/>
  </p:sldMasterIdLst>
  <p:sldIdLst>
    <p:sldId id="256" r:id="rId2"/>
    <p:sldId id="259" r:id="rId3"/>
    <p:sldId id="260" r:id="rId4"/>
    <p:sldId id="262" r:id="rId5"/>
    <p:sldId id="257" r:id="rId6"/>
    <p:sldId id="258" r:id="rId7"/>
  </p:sldIdLst>
  <p:sldSz cx="143986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52" autoAdjust="0"/>
    <p:restoredTop sz="95549" autoAdjust="0"/>
  </p:normalViewPr>
  <p:slideViewPr>
    <p:cSldViewPr snapToGrid="0">
      <p:cViewPr varScale="1">
        <p:scale>
          <a:sx n="400" d="100"/>
          <a:sy n="400" d="100"/>
        </p:scale>
        <p:origin x="210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90" y="235644"/>
            <a:ext cx="1223884" cy="501286"/>
          </a:xfrm>
        </p:spPr>
        <p:txBody>
          <a:bodyPr anchor="b"/>
          <a:lstStyle>
            <a:lvl1pPr algn="ctr">
              <a:defRPr sz="9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3" y="756262"/>
            <a:ext cx="1079897" cy="347633"/>
          </a:xfrm>
        </p:spPr>
        <p:txBody>
          <a:bodyPr/>
          <a:lstStyle>
            <a:lvl1pPr marL="0" indent="0" algn="ctr">
              <a:buNone/>
              <a:defRPr sz="378"/>
            </a:lvl1pPr>
            <a:lvl2pPr marL="72009" indent="0" algn="ctr">
              <a:buNone/>
              <a:defRPr sz="315"/>
            </a:lvl2pPr>
            <a:lvl3pPr marL="144018" indent="0" algn="ctr">
              <a:buNone/>
              <a:defRPr sz="284"/>
            </a:lvl3pPr>
            <a:lvl4pPr marL="216027" indent="0" algn="ctr">
              <a:buNone/>
              <a:defRPr sz="252"/>
            </a:lvl4pPr>
            <a:lvl5pPr marL="288036" indent="0" algn="ctr">
              <a:buNone/>
              <a:defRPr sz="252"/>
            </a:lvl5pPr>
            <a:lvl6pPr marL="360045" indent="0" algn="ctr">
              <a:buNone/>
              <a:defRPr sz="252"/>
            </a:lvl6pPr>
            <a:lvl7pPr marL="432054" indent="0" algn="ctr">
              <a:buNone/>
              <a:defRPr sz="252"/>
            </a:lvl7pPr>
            <a:lvl8pPr marL="504063" indent="0" algn="ctr">
              <a:buNone/>
              <a:defRPr sz="252"/>
            </a:lvl8pPr>
            <a:lvl9pPr marL="576072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67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83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41" y="358966"/>
            <a:ext cx="1241882" cy="598943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41" y="963575"/>
            <a:ext cx="1241882" cy="314970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2009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4018" indent="0">
              <a:buNone/>
              <a:defRPr sz="284">
                <a:solidFill>
                  <a:schemeClr val="tx1">
                    <a:tint val="82000"/>
                  </a:schemeClr>
                </a:solidFill>
              </a:defRPr>
            </a:lvl3pPr>
            <a:lvl4pPr marL="216027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803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60045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2054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406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6072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3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90" y="383297"/>
            <a:ext cx="611942" cy="9135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931" y="383297"/>
            <a:ext cx="611942" cy="9135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90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76660"/>
            <a:ext cx="1241882" cy="27830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79" y="352967"/>
            <a:ext cx="609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79" y="525950"/>
            <a:ext cx="609129" cy="7735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931" y="352967"/>
            <a:ext cx="612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931" y="525950"/>
            <a:ext cx="612129" cy="7735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1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53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6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29" y="207314"/>
            <a:ext cx="728931" cy="1023236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71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29" y="207314"/>
            <a:ext cx="728931" cy="1023236"/>
          </a:xfrm>
        </p:spPr>
        <p:txBody>
          <a:bodyPr anchor="t"/>
          <a:lstStyle>
            <a:lvl1pPr marL="0" indent="0">
              <a:buNone/>
              <a:defRPr sz="504"/>
            </a:lvl1pPr>
            <a:lvl2pPr marL="72009" indent="0">
              <a:buNone/>
              <a:defRPr sz="441"/>
            </a:lvl2pPr>
            <a:lvl3pPr marL="144018" indent="0">
              <a:buNone/>
              <a:defRPr sz="378"/>
            </a:lvl3pPr>
            <a:lvl4pPr marL="216027" indent="0">
              <a:buNone/>
              <a:defRPr sz="315"/>
            </a:lvl4pPr>
            <a:lvl5pPr marL="288036" indent="0">
              <a:buNone/>
              <a:defRPr sz="315"/>
            </a:lvl5pPr>
            <a:lvl6pPr marL="360045" indent="0">
              <a:buNone/>
              <a:defRPr sz="315"/>
            </a:lvl6pPr>
            <a:lvl7pPr marL="432054" indent="0">
              <a:buNone/>
              <a:defRPr sz="315"/>
            </a:lvl7pPr>
            <a:lvl8pPr marL="504063" indent="0">
              <a:buNone/>
              <a:defRPr sz="315"/>
            </a:lvl8pPr>
            <a:lvl9pPr marL="576072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43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21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402" y="76660"/>
            <a:ext cx="310470" cy="12202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91" y="76660"/>
            <a:ext cx="913413" cy="12202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66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91" y="76660"/>
            <a:ext cx="124188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1" y="383297"/>
            <a:ext cx="124188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91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0EDCD-D5BC-47CD-88E5-C76DA0C65E84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955" y="1334540"/>
            <a:ext cx="48595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903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DA033-CE60-4752-8BC9-B6C5E55EC1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7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4018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5" indent="-36005" algn="l" defTabSz="144018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8014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80023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2032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324041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96050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68059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40068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612077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1pPr>
      <a:lvl2pPr marL="72009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65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738BCCE1-BCB8-1349-31D9-6936C8CE9C56}"/>
              </a:ext>
            </a:extLst>
          </p:cNvPr>
          <p:cNvSpPr/>
          <p:nvPr/>
        </p:nvSpPr>
        <p:spPr>
          <a:xfrm rot="5400000">
            <a:off x="385687" y="431790"/>
            <a:ext cx="668490" cy="576285"/>
          </a:xfrm>
          <a:prstGeom prst="triangle">
            <a:avLst/>
          </a:prstGeom>
          <a:solidFill>
            <a:schemeClr val="bg1"/>
          </a:solidFill>
          <a:ln w="127000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F3CE4-4FDB-6514-2B8D-EA4827DD3CB4}"/>
              </a:ext>
            </a:extLst>
          </p:cNvPr>
          <p:cNvSpPr/>
          <p:nvPr/>
        </p:nvSpPr>
        <p:spPr>
          <a:xfrm>
            <a:off x="179931" y="179931"/>
            <a:ext cx="1080000" cy="1080000"/>
          </a:xfrm>
          <a:prstGeom prst="rect">
            <a:avLst/>
          </a:prstGeom>
          <a:noFill/>
          <a:ln w="127">
            <a:solidFill>
              <a:srgbClr val="000000">
                <a:alpha val="117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37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65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BEF32-FB83-03FB-5D43-864D4931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EBF398-B220-5E78-8B48-C5E7B59B18A8}"/>
              </a:ext>
            </a:extLst>
          </p:cNvPr>
          <p:cNvCxnSpPr>
            <a:cxnSpLocks/>
          </p:cNvCxnSpPr>
          <p:nvPr/>
        </p:nvCxnSpPr>
        <p:spPr>
          <a:xfrm>
            <a:off x="566341" y="465696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5A43A8-9A1D-8B6A-92B9-6AF11108F6E6}"/>
              </a:ext>
            </a:extLst>
          </p:cNvPr>
          <p:cNvCxnSpPr>
            <a:cxnSpLocks/>
          </p:cNvCxnSpPr>
          <p:nvPr/>
        </p:nvCxnSpPr>
        <p:spPr>
          <a:xfrm>
            <a:off x="873521" y="465696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ACF3D2B-736B-90FB-6687-DEE8A1E7EE24}"/>
              </a:ext>
            </a:extLst>
          </p:cNvPr>
          <p:cNvSpPr/>
          <p:nvPr/>
        </p:nvSpPr>
        <p:spPr>
          <a:xfrm>
            <a:off x="179931" y="179931"/>
            <a:ext cx="1080000" cy="1080000"/>
          </a:xfrm>
          <a:prstGeom prst="rect">
            <a:avLst/>
          </a:prstGeom>
          <a:noFill/>
          <a:ln w="127">
            <a:solidFill>
              <a:srgbClr val="000000">
                <a:alpha val="117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23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65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CCCB7-2999-9BEB-AFBF-50D0F05E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5D3B0F-6914-EE41-9347-29359B6FDA35}"/>
              </a:ext>
            </a:extLst>
          </p:cNvPr>
          <p:cNvCxnSpPr>
            <a:cxnSpLocks/>
          </p:cNvCxnSpPr>
          <p:nvPr/>
        </p:nvCxnSpPr>
        <p:spPr>
          <a:xfrm rot="8100000">
            <a:off x="719931" y="285923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D9062A-4DA4-FCB6-6C8B-522AB2F87DBF}"/>
              </a:ext>
            </a:extLst>
          </p:cNvPr>
          <p:cNvCxnSpPr>
            <a:cxnSpLocks/>
          </p:cNvCxnSpPr>
          <p:nvPr/>
        </p:nvCxnSpPr>
        <p:spPr>
          <a:xfrm rot="13500000" flipH="1">
            <a:off x="719932" y="645468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A5CE91B-23BD-6431-960B-F62595282DA2}"/>
              </a:ext>
            </a:extLst>
          </p:cNvPr>
          <p:cNvSpPr/>
          <p:nvPr/>
        </p:nvSpPr>
        <p:spPr>
          <a:xfrm>
            <a:off x="179931" y="179931"/>
            <a:ext cx="1080000" cy="1080000"/>
          </a:xfrm>
          <a:prstGeom prst="rect">
            <a:avLst/>
          </a:prstGeom>
          <a:noFill/>
          <a:ln w="127">
            <a:solidFill>
              <a:srgbClr val="000000">
                <a:alpha val="117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17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65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58E6E-8752-07DF-E2F7-130594B0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1886E0-B70E-DAC7-4876-5F8E1146CC79}"/>
              </a:ext>
            </a:extLst>
          </p:cNvPr>
          <p:cNvSpPr/>
          <p:nvPr/>
        </p:nvSpPr>
        <p:spPr>
          <a:xfrm>
            <a:off x="179931" y="179931"/>
            <a:ext cx="1080000" cy="1080000"/>
          </a:xfrm>
          <a:prstGeom prst="rect">
            <a:avLst/>
          </a:prstGeom>
          <a:noFill/>
          <a:ln w="127">
            <a:solidFill>
              <a:srgbClr val="000000">
                <a:alpha val="117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397029-9EA4-9734-FF1D-58B17EB508C1}"/>
              </a:ext>
            </a:extLst>
          </p:cNvPr>
          <p:cNvCxnSpPr>
            <a:cxnSpLocks/>
          </p:cNvCxnSpPr>
          <p:nvPr/>
        </p:nvCxnSpPr>
        <p:spPr>
          <a:xfrm rot="13500000" flipH="1">
            <a:off x="719931" y="285923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2E7D8E-87FD-5FF5-3B04-AE5D0A711B2C}"/>
              </a:ext>
            </a:extLst>
          </p:cNvPr>
          <p:cNvCxnSpPr>
            <a:cxnSpLocks/>
          </p:cNvCxnSpPr>
          <p:nvPr/>
        </p:nvCxnSpPr>
        <p:spPr>
          <a:xfrm rot="8100000">
            <a:off x="719932" y="645468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6857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65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8BC81-8CE0-B2E5-6945-4809985A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1845A4-14A3-D99E-EBDB-F14E6394680E}"/>
              </a:ext>
            </a:extLst>
          </p:cNvPr>
          <p:cNvCxnSpPr>
            <a:cxnSpLocks/>
          </p:cNvCxnSpPr>
          <p:nvPr/>
        </p:nvCxnSpPr>
        <p:spPr>
          <a:xfrm>
            <a:off x="719931" y="465696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C863BC-9D5C-2AF7-9154-374CC881C35A}"/>
              </a:ext>
            </a:extLst>
          </p:cNvPr>
          <p:cNvCxnSpPr>
            <a:cxnSpLocks/>
          </p:cNvCxnSpPr>
          <p:nvPr/>
        </p:nvCxnSpPr>
        <p:spPr>
          <a:xfrm rot="5400000">
            <a:off x="719931" y="465696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3455D9D-0519-B6F8-010E-D554FB87F2A5}"/>
              </a:ext>
            </a:extLst>
          </p:cNvPr>
          <p:cNvSpPr/>
          <p:nvPr/>
        </p:nvSpPr>
        <p:spPr>
          <a:xfrm>
            <a:off x="179931" y="179931"/>
            <a:ext cx="1080000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4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65000"/>
            </a:schemeClr>
          </a:fgClr>
          <a:bgClr>
            <a:schemeClr val="bg2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A5D58-C6AC-A5B4-F9DA-73EF617D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62019-91E1-91EB-4665-52CABF6A0D83}"/>
              </a:ext>
            </a:extLst>
          </p:cNvPr>
          <p:cNvCxnSpPr>
            <a:cxnSpLocks/>
          </p:cNvCxnSpPr>
          <p:nvPr/>
        </p:nvCxnSpPr>
        <p:spPr>
          <a:xfrm rot="2700000">
            <a:off x="719931" y="465696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F87064-D1B1-42C7-9603-7A98D4C487A0}"/>
              </a:ext>
            </a:extLst>
          </p:cNvPr>
          <p:cNvCxnSpPr>
            <a:cxnSpLocks/>
          </p:cNvCxnSpPr>
          <p:nvPr/>
        </p:nvCxnSpPr>
        <p:spPr>
          <a:xfrm rot="8100000">
            <a:off x="719931" y="465696"/>
            <a:ext cx="0" cy="508471"/>
          </a:xfrm>
          <a:prstGeom prst="line">
            <a:avLst/>
          </a:prstGeom>
          <a:solidFill>
            <a:schemeClr val="bg1"/>
          </a:solidFill>
          <a:ln w="1270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3075E42-05DF-57AC-2531-C5F58A3CBB29}"/>
              </a:ext>
            </a:extLst>
          </p:cNvPr>
          <p:cNvSpPr/>
          <p:nvPr/>
        </p:nvSpPr>
        <p:spPr>
          <a:xfrm>
            <a:off x="179931" y="179931"/>
            <a:ext cx="1080000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2025-12-28T16:49:49Z</dcterms:created>
  <dcterms:modified xsi:type="dcterms:W3CDTF">2025-12-30T20:35:15Z</dcterms:modified>
</cp:coreProperties>
</file>